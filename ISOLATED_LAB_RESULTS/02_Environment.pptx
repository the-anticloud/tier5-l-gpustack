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L_GPUSTACK</a:t>
            </a:r>
          </a:p>
          <a:p>
            <a:r>
              <a:t>Tier: TIER_5_WORLD_NEURO_EMBODIED</a:t>
            </a:r>
          </a:p>
          <a:p>
            <a:r>
              <a:t>Identity: Upstream NVIDIA/TensorRT @ 98adec82349b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NVIDIA/TensorRT |</a:t>
            </a:r>
          </a:p>
          <a:p>
            <a:r>
              <a:t>| Commit | 98adec82349b3ae22aa3f753d733b9a1a84d497d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260.51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L_GPUSTACK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